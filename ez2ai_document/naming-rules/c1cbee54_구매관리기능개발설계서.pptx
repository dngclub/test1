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970D7-B937-A5D0-9B71-9DABE222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671C7A-0200-7776-7E39-ACCE79E92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35728-D5BB-A9CF-6E3F-40CC8206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355244-05AD-E6EA-E895-55BDB891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39F54A-2C44-D673-C80B-056E4F34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714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100C4-219B-8BAC-8A55-5443CD04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255ECE-8095-92B4-77D4-D346C3E25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F1D8AB-A866-8F82-2F02-1A4BC284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086C15-0E26-B0B8-9BF2-EAABD56D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45584B-E74E-D822-5A4F-B27F2381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50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5CD63-5FC3-91B3-DD1B-FC4836E3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7C6A97-4995-99B9-BEBC-5A1E5D12E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8B1D40-32CD-7CF2-196D-D82B5BE5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59E3A2-E3B8-939E-9E5F-8F8BDB1E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22EEA-93EE-749E-E2B6-18C00C00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60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E95A2-5454-512C-2A01-FF20B1FF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2B964E-6DEE-C65F-D83F-9A97EE912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F9B1B4-D401-6F63-79C6-E1EB047D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A8A6D8-81B9-0F37-F4C6-69E4B0D2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7D0422-F86E-4056-0E30-586F1F6F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530698-B286-8489-9309-4EA6619C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14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8BDBC-23EC-05F1-5990-3DEFF626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20BAAA-5A3D-A3CD-26F4-770D50232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16A745-3F1F-9A17-E49E-8778CD897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605F66-5827-3505-FC27-0F42F6542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1D2DC-BA36-8346-7EB3-1C1A0EE80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35FDBE-D6BB-61AA-B20E-B78197934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F33B0D-1693-9714-ADD9-2F13FEA4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BC7A55-6944-1091-1676-9AFADC3F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51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F378-7F02-0D74-46CB-87FA01FF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7580C8-09E2-A6F6-6A36-F01E4E14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8EB2DA-0DAF-7986-BFDF-3C4AEDBD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570931-8EF8-553D-FB4F-C5201AD2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6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B90BB7-E398-552C-7B0C-1E4D0BB2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5EF841-44D6-CCB1-986C-06A9F3546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34955-868A-92DF-89B0-68734FC5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62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39935-21D0-5D32-45DA-3F0468D92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C86009-A97A-3E9A-1A1F-FC011940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6908D0-D46A-CC54-12A2-3F66F2854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43689E-C0B9-9F78-613D-FEEB7189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8D678-60E9-C2BD-ED64-C18C9E99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7F095B-A126-6996-4AAA-A5F4A519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56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460CC-6E22-B457-2E15-06BDE4309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7F53E9-22BA-5EA9-0F65-5F5005E58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2F616-3217-93EF-AE09-4EF3E2E00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4260A-9B4F-FA5D-4396-BCEDFB4D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5F609A-419F-771D-278A-CEA7E1B05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0C3AB6-0C39-1BDD-3D01-B75E5B03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492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B7EB1-F2CE-7BD8-A843-58F80070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665F81-4D94-A476-6A93-1F6D07105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86D3D0-233C-E4AF-EEE0-23A99841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515647-344A-6A53-BCC5-BF5A544C9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B641D3-BA68-D9BC-0DFD-A006F95F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33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811F00-3401-5906-92EA-4756A6F36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CB5EA2-54BB-9FCF-59A4-9EE9B0AFE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8D53F0-45F0-D054-5582-8B89F7E0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1FC5A9-5A69-B152-DE96-E397E40BE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A344A-36DC-6BC8-0DF9-7EB66DBB3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28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F18D43-ED7F-B3CD-F8AB-0D0884EE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1BBB8F-F595-C769-551B-6AC84EF53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281245-1EFA-1248-CA22-B797AD4B91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BC61C-2EDE-4E5B-AD02-6719DFC5DB11}" type="datetimeFigureOut">
              <a:rPr lang="ko-KR" altLang="en-US" smtClean="0"/>
              <a:t>2026-06-07(Sun)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7AA0D-522E-1CE6-0188-7D56499F2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410C68-50BD-4B82-B3E4-00280DBA3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171E8-21E5-44DD-911A-52BAD4CE3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41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6CF7-98CB-986C-D071-99DB94AF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C3461D-6730-F122-9941-86C8DE15D374}"/>
              </a:ext>
            </a:extLst>
          </p:cNvPr>
          <p:cNvSpPr txBox="1"/>
          <p:nvPr/>
        </p:nvSpPr>
        <p:spPr>
          <a:xfrm>
            <a:off x="949234" y="612844"/>
            <a:ext cx="980585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구매관리 개발</a:t>
            </a:r>
          </a:p>
          <a:p>
            <a:endParaRPr lang="ko-KR" altLang="en-US" sz="1200"/>
          </a:p>
          <a:p>
            <a:r>
              <a:rPr lang="ko-KR" altLang="en-US" sz="1200" b="1"/>
              <a:t>1. 전체 개요</a:t>
            </a:r>
          </a:p>
          <a:p>
            <a:r>
              <a:rPr lang="ko-KR" altLang="en-US" sz="1200"/>
              <a:t>회사에서 거래처와 품목 정보를 정리하고, 구매한 내역을 한 곳에서 관리할 수 있는 간단한 프로그램이 필요합니다. 지금은 엑셀이나 수기로 따로따로 관리하다 보니 자료를 찾기도 어렵고, 같은 내용을 여러 번 입력하는 경우도 많습니다.</a:t>
            </a:r>
          </a:p>
          <a:p>
            <a:r>
              <a:rPr lang="ko-KR" altLang="en-US" sz="1200"/>
              <a:t>이번에 만들고 싶은 프로그램은 크게 세 가지 기능으로 구성됩니다. 먼저 거래처 정보를 등록해두고, 그다음 우리가 사고파는 품목들을 등록한 뒤, 마지막으로 실제 구매가 발생했을 때 등록된 거래처와 품목을 불러와 구매 내역을 기록하는 흐름입니다.</a:t>
            </a:r>
          </a:p>
          <a:p>
            <a:r>
              <a:rPr lang="ko-KR" altLang="en-US" sz="1200"/>
              <a:t>복잡한 기능보다는 등록, 수정, 삭제, 조회 정도가 잘 되고 입력이 편한 것이 가장 중요합니다.</a:t>
            </a:r>
          </a:p>
          <a:p>
            <a:endParaRPr lang="ko-KR" altLang="en-US" sz="1200"/>
          </a:p>
          <a:p>
            <a:r>
              <a:rPr lang="ko-KR" altLang="en-US" sz="1200" b="1"/>
              <a:t>2. 거래처관리</a:t>
            </a:r>
          </a:p>
          <a:p>
            <a:r>
              <a:rPr lang="ko-KR" altLang="en-US" sz="1200"/>
              <a:t>우리가 물건을 사 오거나 판매하는 거래처 정보를 관리하는 화면입니다. 한 번 등록해두면 구매 입력할 때마다 </a:t>
            </a:r>
            <a:endParaRPr lang="en-US" altLang="ko-KR" sz="1200"/>
          </a:p>
          <a:p>
            <a:r>
              <a:rPr lang="ko-KR" altLang="en-US" sz="1200"/>
              <a:t>거래처를 일일이 적지 않고 목록에서 골라 쓸 수 있어야 합니다.</a:t>
            </a:r>
          </a:p>
          <a:p>
            <a:r>
              <a:rPr lang="ko-KR" altLang="en-US" sz="1200"/>
              <a:t>필요한 기능</a:t>
            </a:r>
          </a:p>
          <a:p>
            <a:endParaRPr lang="ko-KR" altLang="en-US" sz="1200"/>
          </a:p>
          <a:p>
            <a:r>
              <a:rPr lang="ko-KR" altLang="en-US" sz="1200"/>
              <a:t>거래처 신규 등록, 수정, 삭제</a:t>
            </a:r>
          </a:p>
          <a:p>
            <a:r>
              <a:rPr lang="ko-KR" altLang="en-US" sz="1200"/>
              <a:t>거래처명이나 사업자번호로 검색</a:t>
            </a:r>
          </a:p>
          <a:p>
            <a:r>
              <a:rPr lang="ko-KR" altLang="en-US" sz="1200"/>
              <a:t>같은 거래처가 중복으로 등록되지 않도록 확인</a:t>
            </a:r>
          </a:p>
          <a:p>
            <a:r>
              <a:rPr lang="ko-KR" altLang="en-US" sz="1200"/>
              <a:t>매입처인지 매출처인지 구분해서 관리</a:t>
            </a:r>
          </a:p>
          <a:p>
            <a:endParaRPr lang="ko-KR" altLang="en-US" sz="1200"/>
          </a:p>
          <a:p>
            <a:endParaRPr lang="ko-KR" altLang="en-US" sz="1200"/>
          </a:p>
          <a:p>
            <a:r>
              <a:rPr lang="ko-KR" altLang="en-US" sz="1200" b="1"/>
              <a:t>3. 품목관리</a:t>
            </a:r>
          </a:p>
          <a:p>
            <a:r>
              <a:rPr lang="ko-KR" altLang="en-US" sz="1200"/>
              <a:t>우리가 취급하는 품목들을 등록해두는 화면입니다. 품목명, 규격, 바코드, 단가 등을 미리 등록해두면 구매할 때 품목만 선택해도 </a:t>
            </a:r>
            <a:endParaRPr lang="en-US" altLang="ko-KR" sz="1200"/>
          </a:p>
          <a:p>
            <a:r>
              <a:rPr lang="ko-KR" altLang="en-US" sz="1200"/>
              <a:t>단가가 자동으로 따라오도록 하고 싶습니다.</a:t>
            </a:r>
          </a:p>
          <a:p>
            <a:r>
              <a:rPr lang="ko-KR" altLang="en-US" sz="1200"/>
              <a:t>필요한 기능</a:t>
            </a:r>
          </a:p>
          <a:p>
            <a:endParaRPr lang="ko-KR" altLang="en-US" sz="1200"/>
          </a:p>
          <a:p>
            <a:r>
              <a:rPr lang="ko-KR" altLang="en-US" sz="1200"/>
              <a:t>품목 신규 등록, 수정, 삭제</a:t>
            </a:r>
          </a:p>
          <a:p>
            <a:r>
              <a:rPr lang="ko-KR" altLang="en-US" sz="1200"/>
              <a:t>품목명이나 바코드로 검색</a:t>
            </a:r>
          </a:p>
          <a:p>
            <a:r>
              <a:rPr lang="ko-KR" altLang="en-US" sz="1200"/>
              <a:t>같은 품목이 중복으로 등록되지 않도록 확인</a:t>
            </a:r>
          </a:p>
          <a:p>
            <a:r>
              <a:rPr lang="ko-KR" altLang="en-US" sz="1200"/>
              <a:t>사올 때 단가와 팔 때 단가를 각각 관리</a:t>
            </a:r>
          </a:p>
        </p:txBody>
      </p:sp>
    </p:spTree>
    <p:extLst>
      <p:ext uri="{BB962C8B-B14F-4D97-AF65-F5344CB8AC3E}">
        <p14:creationId xmlns:p14="http://schemas.microsoft.com/office/powerpoint/2010/main" val="2884943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3D9D-D19F-C606-4BF8-DCA140FE7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629DE1-50AD-F2CE-2A43-2E9C8702D9D5}"/>
              </a:ext>
            </a:extLst>
          </p:cNvPr>
          <p:cNvSpPr txBox="1"/>
          <p:nvPr/>
        </p:nvSpPr>
        <p:spPr>
          <a:xfrm>
            <a:off x="1001486" y="1072405"/>
            <a:ext cx="98058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4. 구매관리</a:t>
            </a:r>
          </a:p>
          <a:p>
            <a:r>
              <a:rPr lang="ko-KR" altLang="en-US" sz="1200"/>
              <a:t>실제로 구매가 발생했을 때 그 내역을 입력하는 화면이며, 이 프로그램에서 가장 자주 쓰는 기능입니다.</a:t>
            </a:r>
          </a:p>
          <a:p>
            <a:r>
              <a:rPr lang="ko-KR" altLang="en-US" sz="1200"/>
              <a:t>거래처와 품목은 앞에서 등록한 정보에서 골라서 사용하고, 수량만 입력하면 공급가액과 부가세, 합계금액이 자동으로 계산되었으면 합니다.</a:t>
            </a:r>
          </a:p>
          <a:p>
            <a:r>
              <a:rPr lang="ko-KR" altLang="en-US" sz="1200"/>
              <a:t>필요한 기능</a:t>
            </a:r>
          </a:p>
          <a:p>
            <a:endParaRPr lang="ko-KR" altLang="en-US" sz="1200"/>
          </a:p>
          <a:p>
            <a:r>
              <a:rPr lang="ko-KR" altLang="en-US" sz="1200"/>
              <a:t>구매 내역 신규 등록, 수정, 삭제</a:t>
            </a:r>
          </a:p>
          <a:p>
            <a:r>
              <a:rPr lang="ko-KR" altLang="en-US" sz="1200"/>
              <a:t>구매일자, 거래처, 품목으로 검색</a:t>
            </a:r>
          </a:p>
          <a:p>
            <a:r>
              <a:rPr lang="ko-KR" altLang="en-US" sz="1200"/>
              <a:t>거래처를 선택하면 거래처명이 자동으로 표시</a:t>
            </a:r>
          </a:p>
          <a:p>
            <a:r>
              <a:rPr lang="ko-KR" altLang="en-US" sz="1200"/>
              <a:t>품목을 선택하면 단가가 자동으로 표시</a:t>
            </a:r>
          </a:p>
          <a:p>
            <a:r>
              <a:rPr lang="ko-KR" altLang="en-US" sz="1200"/>
              <a:t>금액 자동 계산</a:t>
            </a:r>
          </a:p>
          <a:p>
            <a:endParaRPr lang="ko-KR" altLang="en-US" sz="1200"/>
          </a:p>
          <a:p>
            <a:r>
              <a:rPr lang="ko-KR" altLang="en-US" sz="1200"/>
              <a:t>공급가액 = 단가 × 수량</a:t>
            </a:r>
          </a:p>
          <a:p>
            <a:r>
              <a:rPr lang="ko-KR" altLang="en-US" sz="1200"/>
              <a:t>부가세 = 공급가액의 10%</a:t>
            </a:r>
          </a:p>
          <a:p>
            <a:r>
              <a:rPr lang="ko-KR" altLang="en-US" sz="1200"/>
              <a:t>합계금액 = 공급가액 + 부가세</a:t>
            </a:r>
          </a:p>
          <a:p>
            <a:endParaRPr lang="ko-KR" altLang="en-US" sz="1200"/>
          </a:p>
          <a:p>
            <a:r>
              <a:rPr lang="ko-KR" altLang="en-US" sz="1200" b="1"/>
              <a:t>5. 앞으로 추가하고 싶은 기능</a:t>
            </a:r>
          </a:p>
          <a:p>
            <a:r>
              <a:rPr lang="ko-KR" altLang="en-US" sz="1200"/>
              <a:t>당장은 위 세 가지 기능만 있으면 충분하지만, 사용해보면서 아래 기능들도 단계적으로 추가되면 좋겠습니다.</a:t>
            </a:r>
          </a:p>
          <a:p>
            <a:endParaRPr lang="ko-KR" altLang="en-US" sz="1200"/>
          </a:p>
          <a:p>
            <a:r>
              <a:rPr lang="ko-KR" altLang="en-US" sz="1200"/>
              <a:t>거래처별, 품목별로 얼마나 구매했는지 집계해서 보기</a:t>
            </a:r>
          </a:p>
          <a:p>
            <a:r>
              <a:rPr lang="ko-KR" altLang="en-US" sz="1200"/>
              <a:t>월별, 분기별 구매 현황을 엑셀로 내려받기</a:t>
            </a:r>
          </a:p>
          <a:p>
            <a:r>
              <a:rPr lang="ko-KR" altLang="en-US" sz="1200"/>
              <a:t>구매한 물건이 재고로 자동 반영되는 기능</a:t>
            </a:r>
          </a:p>
        </p:txBody>
      </p:sp>
    </p:spTree>
    <p:extLst>
      <p:ext uri="{BB962C8B-B14F-4D97-AF65-F5344CB8AC3E}">
        <p14:creationId xmlns:p14="http://schemas.microsoft.com/office/powerpoint/2010/main" val="174082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DE997BC-1B85-0CBE-B20F-75F9F1EFE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48C66C-20D2-BB64-1B59-EE5D7336146A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30617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080FD-85C8-8FC9-3DB3-BD0AE39E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10ADA4-5824-ACF6-2F87-53B3A1558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251121-29A4-DAAA-0F34-6D5AF3E124E4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대시보드</a:t>
            </a:r>
          </a:p>
        </p:txBody>
      </p:sp>
    </p:spTree>
    <p:extLst>
      <p:ext uri="{BB962C8B-B14F-4D97-AF65-F5344CB8AC3E}">
        <p14:creationId xmlns:p14="http://schemas.microsoft.com/office/powerpoint/2010/main" val="299105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7D607-80E8-C439-3ED4-A7225856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133703-B510-F3E8-7E84-948DBD004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7C471F-5915-3D27-078E-CB2302510B71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거래처관리</a:t>
            </a:r>
          </a:p>
        </p:txBody>
      </p:sp>
    </p:spTree>
    <p:extLst>
      <p:ext uri="{BB962C8B-B14F-4D97-AF65-F5344CB8AC3E}">
        <p14:creationId xmlns:p14="http://schemas.microsoft.com/office/powerpoint/2010/main" val="424347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5969F-C63B-43EB-528B-8F6C9F7F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A8C0C-840F-7C14-AB99-1568BCAEB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AE4A34-F15C-C62B-7849-7B40FA666169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거래처관리</a:t>
            </a:r>
          </a:p>
        </p:txBody>
      </p:sp>
    </p:spTree>
    <p:extLst>
      <p:ext uri="{BB962C8B-B14F-4D97-AF65-F5344CB8AC3E}">
        <p14:creationId xmlns:p14="http://schemas.microsoft.com/office/powerpoint/2010/main" val="276926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82242-AC97-A7ED-1189-6AC204F0F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9AEC58-68E3-83F7-0890-CBEB35CB4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5E5DB3-92A3-3009-F2A6-D7FE9B2E801E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거래처관리</a:t>
            </a:r>
          </a:p>
        </p:txBody>
      </p:sp>
    </p:spTree>
    <p:extLst>
      <p:ext uri="{BB962C8B-B14F-4D97-AF65-F5344CB8AC3E}">
        <p14:creationId xmlns:p14="http://schemas.microsoft.com/office/powerpoint/2010/main" val="2455167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C93BD-5FAB-1462-6756-DA3B12E0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F2C54E-C2AF-1DB2-0E4D-5D48AC9CC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CCECE-A4B9-BCCB-7418-9A2D17FD8F71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품목관리</a:t>
            </a:r>
          </a:p>
        </p:txBody>
      </p:sp>
    </p:spTree>
    <p:extLst>
      <p:ext uri="{BB962C8B-B14F-4D97-AF65-F5344CB8AC3E}">
        <p14:creationId xmlns:p14="http://schemas.microsoft.com/office/powerpoint/2010/main" val="186503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A1EFA-1591-6FEB-7371-A49334F8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05415E-0959-4C9E-C6A5-63400F350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DD7B6-94C3-C016-BA45-932168FEA8C4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품목관리</a:t>
            </a:r>
          </a:p>
        </p:txBody>
      </p:sp>
    </p:spTree>
    <p:extLst>
      <p:ext uri="{BB962C8B-B14F-4D97-AF65-F5344CB8AC3E}">
        <p14:creationId xmlns:p14="http://schemas.microsoft.com/office/powerpoint/2010/main" val="331578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CC86-69F5-EB7F-C4F9-D39ED513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3DDBA9-1C2F-6E12-31A7-5BDFC2981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EB64B4-78D6-F35A-8FAB-86E94CA04A73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품목관리</a:t>
            </a:r>
          </a:p>
        </p:txBody>
      </p:sp>
    </p:spTree>
    <p:extLst>
      <p:ext uri="{BB962C8B-B14F-4D97-AF65-F5344CB8AC3E}">
        <p14:creationId xmlns:p14="http://schemas.microsoft.com/office/powerpoint/2010/main" val="1919520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C8307-5251-DEB6-A143-931A2FFA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9C978E-C439-4C00-A32B-911B80CEA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2CC077-4F5E-7D29-0665-4943AE953CD3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구매입력</a:t>
            </a:r>
          </a:p>
        </p:txBody>
      </p:sp>
    </p:spTree>
    <p:extLst>
      <p:ext uri="{BB962C8B-B14F-4D97-AF65-F5344CB8AC3E}">
        <p14:creationId xmlns:p14="http://schemas.microsoft.com/office/powerpoint/2010/main" val="158090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DB916-8E0B-D415-35CC-2EA01037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74D35B-3467-7A71-B13C-2370CC0CE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ECD8E6-FB47-A165-ADCA-264684CE0FFC}"/>
              </a:ext>
            </a:extLst>
          </p:cNvPr>
          <p:cNvSpPr txBox="1"/>
          <p:nvPr/>
        </p:nvSpPr>
        <p:spPr>
          <a:xfrm>
            <a:off x="357051" y="87086"/>
            <a:ext cx="1942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구매입력</a:t>
            </a:r>
          </a:p>
        </p:txBody>
      </p:sp>
    </p:spTree>
    <p:extLst>
      <p:ext uri="{BB962C8B-B14F-4D97-AF65-F5344CB8AC3E}">
        <p14:creationId xmlns:p14="http://schemas.microsoft.com/office/powerpoint/2010/main" val="329845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334</Words>
  <Application>Microsoft Office PowerPoint</Application>
  <PresentationFormat>와이드스크린</PresentationFormat>
  <Paragraphs>58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GilJu Choi</dc:creator>
  <cp:lastModifiedBy>GilJu Choi</cp:lastModifiedBy>
  <cp:revision>1</cp:revision>
  <dcterms:created xsi:type="dcterms:W3CDTF">2026-06-06T19:01:07Z</dcterms:created>
  <dcterms:modified xsi:type="dcterms:W3CDTF">2026-06-06T19:04:50Z</dcterms:modified>
</cp:coreProperties>
</file>